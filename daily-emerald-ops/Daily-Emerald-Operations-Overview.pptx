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6E4F"/>
                </a:solidFill>
                <a:latin typeface="Calibri"/>
              </a:rPr>
              <a:t>THE DAILY EMERALD</a:t>
            </a:r>
          </a:p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A1A1A"/>
                </a:solidFill>
                <a:latin typeface="Calibri"/>
              </a:rPr>
              <a:t>Operating Structure</a:t>
            </a:r>
          </a:p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A1A1A"/>
                </a:solidFill>
                <a:latin typeface="Calibri"/>
              </a:rPr>
              <a:t>A Proposal for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A5A5A"/>
                </a:solidFill>
                <a:latin typeface="Calibri"/>
              </a:rPr>
              <a:t>This is a proposal, not a final decision. Nothing here is locked.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Your feedback will shape the version we actually adopt.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Kickoff meeting  |  Presented by The Daily Emerald  |  Times shown in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THE PROBLEM WE ARE FIXING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Why we are doing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Until now, The Daily Emerald has run on one person. That worked when it was one person.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Right now, every decision waits on me. That makes me the bottleneck, and it slows all of you down.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The fix is structure. Clear teams, clear leaders, and a clear way work moves, so the brand can grow without everything routing through a single inbox.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6E4F"/>
                </a:solidFill>
                <a:latin typeface="Calibri"/>
              </a:rPr>
              <a:t>This deck lays out a proposed structure. We will talk through it together, and your changes will be folded in before anything is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WHAT WE ARE PROPOSING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proposal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141732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38100" lIns="127000" r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Two divisions, eight teams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Every staff group gets its own team and its own lead.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91640"/>
            <a:ext cx="5349240" cy="141732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38100" lIns="127000" r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A single line up the chain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Members to Team Lead to Division Head to Founder. I coordinate two people, not forty.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10128"/>
            <a:ext cx="5349240" cy="141732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38100" lIns="127000" r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A weekly operating rhythm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Plan, assign, execute, review. A predictable cadence everyone can rely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10128"/>
            <a:ext cx="5349240" cy="141732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38100" lIns="127000" r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One home: Discord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All internal work lives in Discord. No second tool, and no AI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28616"/>
            <a:ext cx="5349240" cy="141732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38100" lIns="127000" r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Recognition and ownership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Real titles, real responsibility, and credit for the people doing the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928616"/>
            <a:ext cx="5349240" cy="141732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38100" lIns="127000" r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An open question to decide together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Whether to add a third Division Head. That is yours to weigh in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THE 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Two divisions, eight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64008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Creative and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Builders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55848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Artists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97096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Content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38344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Voice Actors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394960" cy="64008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Live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Event Organisers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55848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Broadcast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97096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Moderation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5038344"/>
            <a:ext cx="5394960" cy="713232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Wiki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ONE CLEAN LINE, TOP TO BOTTOM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chain of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600200"/>
            <a:ext cx="3200400" cy="59436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Founder / Director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606040"/>
            <a:ext cx="3291840" cy="59436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Division 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606040"/>
            <a:ext cx="3291840" cy="59436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Division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3611880"/>
            <a:ext cx="3291840" cy="54864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 Team Leads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611880"/>
            <a:ext cx="3291840" cy="54864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 Team Leads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4526280"/>
            <a:ext cx="32918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Team 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526280"/>
            <a:ext cx="32918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Each Team Lead is the only person who talks to their Division Head. Each Division Head is the only person who talks to me.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Calibri"/>
              </a:rPr>
              <a:t>That single line is what stops the founder being the bottleneck.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FOR TEAM LEADS AND DIVISION 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Leadership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Two simple requirements for anyone leading a group, the eight Team Leads and the Division Heads above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5120640" cy="182880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2400" b="1" i="0">
                <a:solidFill>
                  <a:srgbClr val="0B6E4F"/>
                </a:solidFill>
                <a:latin typeface="Calibri"/>
              </a:rPr>
              <a:t>18 or older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All group leaders must be at least 18 years of 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697480"/>
            <a:ext cx="5120640" cy="182880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2400" b="1" i="0">
                <a:solidFill>
                  <a:srgbClr val="0B6E4F"/>
                </a:solidFill>
                <a:latin typeface="Calibri"/>
              </a:rPr>
              <a:t>Working microphone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Leadership coordination happens in voice meetings.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Calibri"/>
              </a:rPr>
              <a:t>These keep coordination smooth. They are about the role, not about the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TO DECIDE TOGETHER IN THIS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Open question: a third Division Head?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54864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This is not decided. It is a question for the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As proposed, two Division Heads each oversee four teams. That may be too much for two people.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Option on the table: add a third Division Head, then regroup the eight teams across three divisions instead of two.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If we go this way, we work out the exact split together. No grouping is fixed in advance.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6E4F"/>
                </a:solidFill>
                <a:latin typeface="Calibri"/>
              </a:rPr>
              <a:t>Questions for the room: Do three divisions make sense? How would you split the eight teams? Who might step up?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A PREDICTABLE 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weekly operating rhythm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49240" cy="13258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89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1.  Start of week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Founder sets priorities and creative direction, briefs the Division Heads.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349240" cy="13258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89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2.  Translate to tasks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Division Heads turn priorities into tasks and assign them through Team Leads.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5349240" cy="13258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89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3.  Mid week execution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Teams work their tasks with visible status. Individual tasks do not route to the founder.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246120"/>
            <a:ext cx="5349240" cy="13258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89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4.  Single threaded escalation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Anything needing the founder is batched by the Heads into one digest.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5349240" cy="13258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89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5.  All hands alignment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One or two all hands meetings per week keep everyone aligned.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754880"/>
            <a:ext cx="5349240" cy="13258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89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500" b="1" i="0">
                <a:solidFill>
                  <a:srgbClr val="0B6E4F"/>
                </a:solidFill>
                <a:latin typeface="Calibri"/>
              </a:rPr>
              <a:t>6.  End of week review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Review feeds straight into next week's planning.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ONE FORUM CHANNEL PER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How work flows: the task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10312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To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011680"/>
            <a:ext cx="210312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In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210312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Needs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011680"/>
            <a:ext cx="210312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Blocked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2103120" cy="86868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Every task is a post in its team's Discord forum channel, tagged with a status and assigned to a person.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Anyone can see what is in flight, what is stuck, and what is finished, without asking.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A5A5A"/>
                </a:solidFill>
                <a:latin typeface="Calibri"/>
              </a:rPr>
              <a:t>Team Leads keep their board healthy. Division Heads watch across their teams. The founder does not touch individual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HOW OUR MEETINGS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weekly all hands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731520" cy="73152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93852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Everyone is muted at the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731520" cy="73152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85292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Founder presents the week's plan and any new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731520" cy="73152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76732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The floor opens for questions and proposed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731520" cy="73152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68172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We converge on agreement, then move to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WHERE THINGS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Tools: Discord only, and AI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59436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Discord is home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Real time coordination and task work.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One forum channel per team for tasks.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Handbook and weekly plan in a read only channel.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Leadership only channel for escalation.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No second internal tool to learn.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94960" cy="594360"/>
          </a:xfrm>
          <a:prstGeom prst="roundRect">
            <a:avLst/>
          </a:prstGeom>
          <a:solidFill>
            <a:srgbClr val="0B6E4F"/>
          </a:solidFill>
          <a:ln w="9525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The brand wiki is separate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4688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Public facing Daily Emerald wiki.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For lore and brand content, not internal ops.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Owned and maintained by Wiki Admin.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Contains no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6E4F"/>
                </a:solidFill>
                <a:latin typeface="Calibri"/>
              </a:rPr>
              <a:t>No AI bundled tools are used anywhere in the internal 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THE STRUCTURE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Worked example: Nether vs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 scripted exhibition match next week that ends in a staged in lore catastrophe, our in universe reason to delay the Overworld Cup by a week. Fictional entertainment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Event Organisers: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Plan and schedule the 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23160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Builders: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Construct the arena.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01568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Artists: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Produce promo graphics.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01568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Content Team: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Script match coverage and the disaster bulletin.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79976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Voice Actors: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Record the in lore bulletin.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79976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Broadcast Team: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Cast the match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58384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Moderation Team: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Keep the server orderly.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58384"/>
            <a:ext cx="5349240" cy="868680"/>
          </a:xfrm>
          <a:prstGeom prst="roundRect">
            <a:avLst/>
          </a:prstGeom>
          <a:solidFill>
            <a:srgbClr val="F2F4F3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27000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  <a:r>
              <a:rPr sz="1300" b="1" i="0">
                <a:solidFill>
                  <a:srgbClr val="0B6E4F"/>
                </a:solidFill>
                <a:latin typeface="Calibri"/>
              </a:rPr>
              <a:t>Wiki Admin: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Record the event and aftermath on the wiki.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THE 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What getting organised unlocks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There are much bigger plans for The Daily Emerald.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A5A5A"/>
                </a:solidFill>
                <a:latin typeface="Calibri"/>
              </a:rPr>
              <a:t>Bigger events. Sharper production. A real brand with a real audience.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All of it depends on one thing first: getting organised so we can move as a team instead of a queue.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6E4F"/>
                </a:solidFill>
                <a:latin typeface="Calibri"/>
              </a:rPr>
              <a:t>Get this right, and the ceiling goes way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The Daily Emerald  |  Operating Structure Proposal  |  For discussion, not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libri"/>
              </a:rPr>
              <a:t>This is a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Nothing here is final. The Discussion Draft is a living document.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B6E4F"/>
                </a:solidFill>
                <a:latin typeface="Calibri"/>
              </a:rPr>
              <a:t>Your suggestions will be taken into account and folded into the plan.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A5A5A"/>
                </a:solidFill>
                <a:latin typeface="Calibri"/>
              </a:rPr>
              <a:t>Next steps: we mark up the draft together today, I update it to reflect what we agree, and the final documents are built from that approved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Thank you. The floor is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